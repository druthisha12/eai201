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5B1171-7E0A-483E-9FE1-E4134111C318}" v="28" dt="2025-11-08T13:46:39.6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13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uthisha B" userId="61e9529f3f46272f" providerId="LiveId" clId="{A9C16377-3F17-47A4-86A0-397F377A68D2}"/>
    <pc:docChg chg="custSel addSld modSld">
      <pc:chgData name="Druthisha B" userId="61e9529f3f46272f" providerId="LiveId" clId="{A9C16377-3F17-47A4-86A0-397F377A68D2}" dt="2025-11-08T14:19:00.460" v="361" actId="20577"/>
      <pc:docMkLst>
        <pc:docMk/>
      </pc:docMkLst>
      <pc:sldChg chg="addSp delSp modSp new mod">
        <pc:chgData name="Druthisha B" userId="61e9529f3f46272f" providerId="LiveId" clId="{A9C16377-3F17-47A4-86A0-397F377A68D2}" dt="2025-11-08T14:19:00.460" v="361" actId="20577"/>
        <pc:sldMkLst>
          <pc:docMk/>
          <pc:sldMk cId="1498588028" sldId="256"/>
        </pc:sldMkLst>
        <pc:spChg chg="mod">
          <ac:chgData name="Druthisha B" userId="61e9529f3f46272f" providerId="LiveId" clId="{A9C16377-3F17-47A4-86A0-397F377A68D2}" dt="2025-11-08T13:46:39.667" v="242"/>
          <ac:spMkLst>
            <pc:docMk/>
            <pc:sldMk cId="1498588028" sldId="256"/>
            <ac:spMk id="2" creationId="{82B504ED-6F9C-AFA3-B6E9-76E42DDE6D66}"/>
          </ac:spMkLst>
        </pc:spChg>
        <pc:spChg chg="mod">
          <ac:chgData name="Druthisha B" userId="61e9529f3f46272f" providerId="LiveId" clId="{A9C16377-3F17-47A4-86A0-397F377A68D2}" dt="2025-11-08T13:46:39.667" v="242"/>
          <ac:spMkLst>
            <pc:docMk/>
            <pc:sldMk cId="1498588028" sldId="256"/>
            <ac:spMk id="3" creationId="{C3D53737-DE4B-274A-12A0-137DD7B4A92E}"/>
          </ac:spMkLst>
        </pc:spChg>
        <pc:spChg chg="add del mod">
          <ac:chgData name="Druthisha B" userId="61e9529f3f46272f" providerId="LiveId" clId="{A9C16377-3F17-47A4-86A0-397F377A68D2}" dt="2025-11-08T13:44:13.969" v="162"/>
          <ac:spMkLst>
            <pc:docMk/>
            <pc:sldMk cId="1498588028" sldId="256"/>
            <ac:spMk id="14" creationId="{0474E662-C209-D42E-38F2-0A2BAD7A07DF}"/>
          </ac:spMkLst>
        </pc:spChg>
        <pc:spChg chg="add mod">
          <ac:chgData name="Druthisha B" userId="61e9529f3f46272f" providerId="LiveId" clId="{A9C16377-3F17-47A4-86A0-397F377A68D2}" dt="2025-11-08T13:43:37.611" v="155" actId="113"/>
          <ac:spMkLst>
            <pc:docMk/>
            <pc:sldMk cId="1498588028" sldId="256"/>
            <ac:spMk id="15" creationId="{69FB36FC-5201-C7DB-27F8-AB01299178D6}"/>
          </ac:spMkLst>
        </pc:spChg>
        <pc:spChg chg="add del mod">
          <ac:chgData name="Druthisha B" userId="61e9529f3f46272f" providerId="LiveId" clId="{A9C16377-3F17-47A4-86A0-397F377A68D2}" dt="2025-11-08T13:44:13.969" v="164"/>
          <ac:spMkLst>
            <pc:docMk/>
            <pc:sldMk cId="1498588028" sldId="256"/>
            <ac:spMk id="16" creationId="{6392DCCB-E834-A1F4-0899-6E909AADC4FB}"/>
          </ac:spMkLst>
        </pc:spChg>
        <pc:spChg chg="add del mod">
          <ac:chgData name="Druthisha B" userId="61e9529f3f46272f" providerId="LiveId" clId="{A9C16377-3F17-47A4-86A0-397F377A68D2}" dt="2025-11-08T13:44:13.858" v="160" actId="21"/>
          <ac:spMkLst>
            <pc:docMk/>
            <pc:sldMk cId="1498588028" sldId="256"/>
            <ac:spMk id="17" creationId="{5E62E8BF-1DE3-D4F2-C4D9-F25D30FDFC6F}"/>
          </ac:spMkLst>
        </pc:spChg>
        <pc:spChg chg="add del mod">
          <ac:chgData name="Druthisha B" userId="61e9529f3f46272f" providerId="LiveId" clId="{A9C16377-3F17-47A4-86A0-397F377A68D2}" dt="2025-11-08T13:46:04.003" v="236"/>
          <ac:spMkLst>
            <pc:docMk/>
            <pc:sldMk cId="1498588028" sldId="256"/>
            <ac:spMk id="18" creationId="{8102B396-72C1-7D82-9247-953BCD2555F9}"/>
          </ac:spMkLst>
        </pc:spChg>
        <pc:spChg chg="add del mod">
          <ac:chgData name="Druthisha B" userId="61e9529f3f46272f" providerId="LiveId" clId="{A9C16377-3F17-47A4-86A0-397F377A68D2}" dt="2025-11-08T13:46:04.003" v="238"/>
          <ac:spMkLst>
            <pc:docMk/>
            <pc:sldMk cId="1498588028" sldId="256"/>
            <ac:spMk id="19" creationId="{DACC6AE0-408F-5EDE-AFDB-589E603FB82B}"/>
          </ac:spMkLst>
        </pc:spChg>
        <pc:spChg chg="add del mod">
          <ac:chgData name="Druthisha B" userId="61e9529f3f46272f" providerId="LiveId" clId="{A9C16377-3F17-47A4-86A0-397F377A68D2}" dt="2025-11-08T13:46:04.005" v="240"/>
          <ac:spMkLst>
            <pc:docMk/>
            <pc:sldMk cId="1498588028" sldId="256"/>
            <ac:spMk id="20" creationId="{07E9985D-0D3E-4C96-4058-6B5D2285E750}"/>
          </ac:spMkLst>
        </pc:spChg>
        <pc:spChg chg="add mod">
          <ac:chgData name="Druthisha B" userId="61e9529f3f46272f" providerId="LiveId" clId="{A9C16377-3F17-47A4-86A0-397F377A68D2}" dt="2025-11-08T13:44:55.549" v="171" actId="14100"/>
          <ac:spMkLst>
            <pc:docMk/>
            <pc:sldMk cId="1498588028" sldId="256"/>
            <ac:spMk id="21" creationId="{CC29009F-6DE7-6447-D9FA-2FFE2E7275A6}"/>
          </ac:spMkLst>
        </pc:spChg>
        <pc:spChg chg="add mod">
          <ac:chgData name="Druthisha B" userId="61e9529f3f46272f" providerId="LiveId" clId="{A9C16377-3F17-47A4-86A0-397F377A68D2}" dt="2025-11-08T14:19:00.460" v="361" actId="20577"/>
          <ac:spMkLst>
            <pc:docMk/>
            <pc:sldMk cId="1498588028" sldId="256"/>
            <ac:spMk id="22" creationId="{A15CE84C-BD90-E141-087C-28C9D40EB71E}"/>
          </ac:spMkLst>
        </pc:spChg>
        <pc:grpChg chg="del mod">
          <ac:chgData name="Druthisha B" userId="61e9529f3f46272f" providerId="LiveId" clId="{A9C16377-3F17-47A4-86A0-397F377A68D2}" dt="2025-11-08T13:41:29.308" v="141" actId="21"/>
          <ac:grpSpMkLst>
            <pc:docMk/>
            <pc:sldMk cId="1498588028" sldId="256"/>
            <ac:grpSpMk id="11" creationId="{2F92A9FB-03F2-24A4-D1E2-8EA7AB730074}"/>
          </ac:grpSpMkLst>
        </pc:grpChg>
        <pc:picChg chg="add del mod">
          <ac:chgData name="Druthisha B" userId="61e9529f3f46272f" providerId="LiveId" clId="{A9C16377-3F17-47A4-86A0-397F377A68D2}" dt="2025-11-08T13:41:24.575" v="140" actId="21"/>
          <ac:picMkLst>
            <pc:docMk/>
            <pc:sldMk cId="1498588028" sldId="256"/>
            <ac:picMk id="5" creationId="{D3719EB7-B88C-4B99-3218-5EA4C61B3BC5}"/>
          </ac:picMkLst>
        </pc:picChg>
        <pc:picChg chg="add mod">
          <ac:chgData name="Druthisha B" userId="61e9529f3f46272f" providerId="LiveId" clId="{A9C16377-3F17-47A4-86A0-397F377A68D2}" dt="2025-11-08T13:44:32.924" v="167" actId="1076"/>
          <ac:picMkLst>
            <pc:docMk/>
            <pc:sldMk cId="1498588028" sldId="256"/>
            <ac:picMk id="13" creationId="{C190686D-044A-B307-431F-3503EFBE9F69}"/>
          </ac:picMkLst>
        </pc:picChg>
        <pc:inkChg chg="add">
          <ac:chgData name="Druthisha B" userId="61e9529f3f46272f" providerId="LiveId" clId="{A9C16377-3F17-47A4-86A0-397F377A68D2}" dt="2025-11-08T13:40:26.805" v="131" actId="9405"/>
          <ac:inkMkLst>
            <pc:docMk/>
            <pc:sldMk cId="1498588028" sldId="256"/>
            <ac:inkMk id="6" creationId="{3F61D1B1-73B4-6FE5-7B93-A27FB650342D}"/>
          </ac:inkMkLst>
        </pc:inkChg>
        <pc:inkChg chg="add mod">
          <ac:chgData name="Druthisha B" userId="61e9529f3f46272f" providerId="LiveId" clId="{A9C16377-3F17-47A4-86A0-397F377A68D2}" dt="2025-11-08T13:40:44.462" v="136"/>
          <ac:inkMkLst>
            <pc:docMk/>
            <pc:sldMk cId="1498588028" sldId="256"/>
            <ac:inkMk id="7" creationId="{8BCD2554-02A7-31D4-3571-D5F0CB9D22D3}"/>
          </ac:inkMkLst>
        </pc:inkChg>
        <pc:inkChg chg="add mod">
          <ac:chgData name="Druthisha B" userId="61e9529f3f46272f" providerId="LiveId" clId="{A9C16377-3F17-47A4-86A0-397F377A68D2}" dt="2025-11-08T13:40:44.462" v="136"/>
          <ac:inkMkLst>
            <pc:docMk/>
            <pc:sldMk cId="1498588028" sldId="256"/>
            <ac:inkMk id="8" creationId="{29AF75FA-57CC-9D00-8ACE-407764520C67}"/>
          </ac:inkMkLst>
        </pc:inkChg>
        <pc:inkChg chg="add mod">
          <ac:chgData name="Druthisha B" userId="61e9529f3f46272f" providerId="LiveId" clId="{A9C16377-3F17-47A4-86A0-397F377A68D2}" dt="2025-11-08T13:40:44.462" v="136"/>
          <ac:inkMkLst>
            <pc:docMk/>
            <pc:sldMk cId="1498588028" sldId="256"/>
            <ac:inkMk id="9" creationId="{8CE9A265-D49F-3F32-EEFF-71F3F5C963FC}"/>
          </ac:inkMkLst>
        </pc:inkChg>
        <pc:inkChg chg="add mod">
          <ac:chgData name="Druthisha B" userId="61e9529f3f46272f" providerId="LiveId" clId="{A9C16377-3F17-47A4-86A0-397F377A68D2}" dt="2025-11-08T13:40:44.462" v="136"/>
          <ac:inkMkLst>
            <pc:docMk/>
            <pc:sldMk cId="1498588028" sldId="256"/>
            <ac:inkMk id="10" creationId="{8078D5E7-B329-A127-AAF2-F067E4E07419}"/>
          </ac:inkMkLst>
        </pc:inkChg>
      </pc:sldChg>
      <pc:sldChg chg="addSp modSp new mod">
        <pc:chgData name="Druthisha B" userId="61e9529f3f46272f" providerId="LiveId" clId="{A9C16377-3F17-47A4-86A0-397F377A68D2}" dt="2025-11-08T13:46:39.855" v="243" actId="27636"/>
        <pc:sldMkLst>
          <pc:docMk/>
          <pc:sldMk cId="417664114" sldId="257"/>
        </pc:sldMkLst>
        <pc:spChg chg="mod">
          <ac:chgData name="Druthisha B" userId="61e9529f3f46272f" providerId="LiveId" clId="{A9C16377-3F17-47A4-86A0-397F377A68D2}" dt="2025-11-08T13:46:39.667" v="242"/>
          <ac:spMkLst>
            <pc:docMk/>
            <pc:sldMk cId="417664114" sldId="257"/>
            <ac:spMk id="2" creationId="{1B472FAD-76B3-2962-557D-71528F3C929F}"/>
          </ac:spMkLst>
        </pc:spChg>
        <pc:spChg chg="mod">
          <ac:chgData name="Druthisha B" userId="61e9529f3f46272f" providerId="LiveId" clId="{A9C16377-3F17-47A4-86A0-397F377A68D2}" dt="2025-11-08T13:46:39.855" v="243" actId="27636"/>
          <ac:spMkLst>
            <pc:docMk/>
            <pc:sldMk cId="417664114" sldId="257"/>
            <ac:spMk id="3" creationId="{6F0D1671-1D97-A565-6647-B1801011B932}"/>
          </ac:spMkLst>
        </pc:spChg>
        <pc:inkChg chg="add">
          <ac:chgData name="Druthisha B" userId="61e9529f3f46272f" providerId="LiveId" clId="{A9C16377-3F17-47A4-86A0-397F377A68D2}" dt="2025-11-08T13:40:47.214" v="137" actId="9405"/>
          <ac:inkMkLst>
            <pc:docMk/>
            <pc:sldMk cId="417664114" sldId="257"/>
            <ac:inkMk id="4" creationId="{66A9302D-EEAD-CE8D-A4FB-FE9E59B3C75B}"/>
          </ac:inkMkLst>
        </pc:inkChg>
        <pc:inkChg chg="add">
          <ac:chgData name="Druthisha B" userId="61e9529f3f46272f" providerId="LiveId" clId="{A9C16377-3F17-47A4-86A0-397F377A68D2}" dt="2025-11-08T13:40:48.039" v="138" actId="9405"/>
          <ac:inkMkLst>
            <pc:docMk/>
            <pc:sldMk cId="417664114" sldId="257"/>
            <ac:inkMk id="5" creationId="{B1AE08F5-5427-DE80-66D6-7E56D5E5EE48}"/>
          </ac:inkMkLst>
        </pc:inkChg>
      </pc:sldChg>
      <pc:sldChg chg="modSp new mod">
        <pc:chgData name="Druthisha B" userId="61e9529f3f46272f" providerId="LiveId" clId="{A9C16377-3F17-47A4-86A0-397F377A68D2}" dt="2025-11-08T14:17:06.658" v="344" actId="12"/>
        <pc:sldMkLst>
          <pc:docMk/>
          <pc:sldMk cId="3510575277" sldId="258"/>
        </pc:sldMkLst>
        <pc:spChg chg="mod">
          <ac:chgData name="Druthisha B" userId="61e9529f3f46272f" providerId="LiveId" clId="{A9C16377-3F17-47A4-86A0-397F377A68D2}" dt="2025-11-08T13:46:39.667" v="242"/>
          <ac:spMkLst>
            <pc:docMk/>
            <pc:sldMk cId="3510575277" sldId="258"/>
            <ac:spMk id="2" creationId="{57A65891-5414-ECD4-CD41-CE4FEDE18945}"/>
          </ac:spMkLst>
        </pc:spChg>
        <pc:spChg chg="mod">
          <ac:chgData name="Druthisha B" userId="61e9529f3f46272f" providerId="LiveId" clId="{A9C16377-3F17-47A4-86A0-397F377A68D2}" dt="2025-11-08T14:17:06.658" v="344" actId="12"/>
          <ac:spMkLst>
            <pc:docMk/>
            <pc:sldMk cId="3510575277" sldId="258"/>
            <ac:spMk id="3" creationId="{4F434FD2-B912-34D0-05E0-E7940C922489}"/>
          </ac:spMkLst>
        </pc:spChg>
      </pc:sldChg>
      <pc:sldChg chg="modSp new mod">
        <pc:chgData name="Druthisha B" userId="61e9529f3f46272f" providerId="LiveId" clId="{A9C16377-3F17-47A4-86A0-397F377A68D2}" dt="2025-11-08T14:14:34.740" v="326" actId="12"/>
        <pc:sldMkLst>
          <pc:docMk/>
          <pc:sldMk cId="4252900931" sldId="259"/>
        </pc:sldMkLst>
        <pc:spChg chg="mod">
          <ac:chgData name="Druthisha B" userId="61e9529f3f46272f" providerId="LiveId" clId="{A9C16377-3F17-47A4-86A0-397F377A68D2}" dt="2025-11-08T13:46:39.667" v="242"/>
          <ac:spMkLst>
            <pc:docMk/>
            <pc:sldMk cId="4252900931" sldId="259"/>
            <ac:spMk id="2" creationId="{FA99B934-45EA-1EA3-C972-4249EAD2C4CD}"/>
          </ac:spMkLst>
        </pc:spChg>
        <pc:spChg chg="mod">
          <ac:chgData name="Druthisha B" userId="61e9529f3f46272f" providerId="LiveId" clId="{A9C16377-3F17-47A4-86A0-397F377A68D2}" dt="2025-11-08T14:14:34.740" v="326" actId="12"/>
          <ac:spMkLst>
            <pc:docMk/>
            <pc:sldMk cId="4252900931" sldId="259"/>
            <ac:spMk id="3" creationId="{B9170B4A-5C3E-5BC5-738E-740393A19D2C}"/>
          </ac:spMkLst>
        </pc:spChg>
      </pc:sldChg>
      <pc:sldChg chg="modSp new mod">
        <pc:chgData name="Druthisha B" userId="61e9529f3f46272f" providerId="LiveId" clId="{A9C16377-3F17-47A4-86A0-397F377A68D2}" dt="2025-11-08T13:51:00.910" v="296" actId="12"/>
        <pc:sldMkLst>
          <pc:docMk/>
          <pc:sldMk cId="240294608" sldId="260"/>
        </pc:sldMkLst>
        <pc:spChg chg="mod">
          <ac:chgData name="Druthisha B" userId="61e9529f3f46272f" providerId="LiveId" clId="{A9C16377-3F17-47A4-86A0-397F377A68D2}" dt="2025-11-08T13:46:39.667" v="242"/>
          <ac:spMkLst>
            <pc:docMk/>
            <pc:sldMk cId="240294608" sldId="260"/>
            <ac:spMk id="2" creationId="{F5CFB987-85FF-97BB-1E84-29D66C540D27}"/>
          </ac:spMkLst>
        </pc:spChg>
        <pc:spChg chg="mod">
          <ac:chgData name="Druthisha B" userId="61e9529f3f46272f" providerId="LiveId" clId="{A9C16377-3F17-47A4-86A0-397F377A68D2}" dt="2025-11-08T13:51:00.910" v="296" actId="12"/>
          <ac:spMkLst>
            <pc:docMk/>
            <pc:sldMk cId="240294608" sldId="260"/>
            <ac:spMk id="3" creationId="{D0955675-E932-FDD2-303A-18AD0D36E44B}"/>
          </ac:spMkLst>
        </pc:spChg>
      </pc:sldChg>
      <pc:sldChg chg="modSp new mod">
        <pc:chgData name="Druthisha B" userId="61e9529f3f46272f" providerId="LiveId" clId="{A9C16377-3F17-47A4-86A0-397F377A68D2}" dt="2025-11-08T14:15:18.059" v="333" actId="12"/>
        <pc:sldMkLst>
          <pc:docMk/>
          <pc:sldMk cId="328842410" sldId="261"/>
        </pc:sldMkLst>
        <pc:spChg chg="mod">
          <ac:chgData name="Druthisha B" userId="61e9529f3f46272f" providerId="LiveId" clId="{A9C16377-3F17-47A4-86A0-397F377A68D2}" dt="2025-11-08T13:46:39.667" v="242"/>
          <ac:spMkLst>
            <pc:docMk/>
            <pc:sldMk cId="328842410" sldId="261"/>
            <ac:spMk id="2" creationId="{96AC2C83-D65C-EABE-F355-56C53DF2F232}"/>
          </ac:spMkLst>
        </pc:spChg>
        <pc:spChg chg="mod">
          <ac:chgData name="Druthisha B" userId="61e9529f3f46272f" providerId="LiveId" clId="{A9C16377-3F17-47A4-86A0-397F377A68D2}" dt="2025-11-08T14:15:18.059" v="333" actId="12"/>
          <ac:spMkLst>
            <pc:docMk/>
            <pc:sldMk cId="328842410" sldId="261"/>
            <ac:spMk id="3" creationId="{4873282F-A992-7522-765B-5926506606FE}"/>
          </ac:spMkLst>
        </pc:spChg>
      </pc:sldChg>
      <pc:sldChg chg="modSp new mod">
        <pc:chgData name="Druthisha B" userId="61e9529f3f46272f" providerId="LiveId" clId="{A9C16377-3F17-47A4-86A0-397F377A68D2}" dt="2025-11-08T14:16:39.217" v="340" actId="12"/>
        <pc:sldMkLst>
          <pc:docMk/>
          <pc:sldMk cId="1829119162" sldId="262"/>
        </pc:sldMkLst>
        <pc:spChg chg="mod">
          <ac:chgData name="Druthisha B" userId="61e9529f3f46272f" providerId="LiveId" clId="{A9C16377-3F17-47A4-86A0-397F377A68D2}" dt="2025-11-08T13:46:39.667" v="242"/>
          <ac:spMkLst>
            <pc:docMk/>
            <pc:sldMk cId="1829119162" sldId="262"/>
            <ac:spMk id="2" creationId="{C7C945EB-A701-4468-5247-C35C040B0324}"/>
          </ac:spMkLst>
        </pc:spChg>
        <pc:spChg chg="mod">
          <ac:chgData name="Druthisha B" userId="61e9529f3f46272f" providerId="LiveId" clId="{A9C16377-3F17-47A4-86A0-397F377A68D2}" dt="2025-11-08T14:16:39.217" v="340" actId="12"/>
          <ac:spMkLst>
            <pc:docMk/>
            <pc:sldMk cId="1829119162" sldId="262"/>
            <ac:spMk id="3" creationId="{8B70FF73-4903-14A4-3887-2BE262FBEF15}"/>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08T13:40:26.798"/>
    </inkml:context>
    <inkml:brush xml:id="br0">
      <inkml:brushProperty name="width" value="0.05" units="cm"/>
      <inkml:brushProperty name="height" value="0.3" units="cm"/>
      <inkml:brushProperty name="color" value="#849398"/>
      <inkml:brushProperty name="ignorePressure" value="1"/>
      <inkml:brushProperty name="inkEffects" value="pencil"/>
    </inkml:brush>
  </inkml:definitions>
  <inkml:trace contextRef="#ctx0" brushRef="#br0">1 1,'0'0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08T13:40:47.214"/>
    </inkml:context>
    <inkml:brush xml:id="br0">
      <inkml:brushProperty name="width" value="0.05" units="cm"/>
      <inkml:brushProperty name="height" value="0.3" units="cm"/>
      <inkml:brushProperty name="color" value="#849398"/>
      <inkml:brushProperty name="ignorePressure" value="1"/>
      <inkml:brushProperty name="inkEffects" value="pencil"/>
    </inkml:brush>
  </inkml:definitions>
  <inkml:trace contextRef="#ctx0" brushRef="#br0">1 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08T13:40:48.039"/>
    </inkml:context>
    <inkml:brush xml:id="br0">
      <inkml:brushProperty name="width" value="0.05" units="cm"/>
      <inkml:brushProperty name="height" value="0.3" units="cm"/>
      <inkml:brushProperty name="color" value="#849398"/>
      <inkml:brushProperty name="ignorePressure" value="1"/>
      <inkml:brushProperty name="inkEffects" value="pencil"/>
    </inkml:brush>
  </inkml:definitions>
  <inkml:trace contextRef="#ctx0" brushRef="#br0">1 1,'0'0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4749166-1669-4F2B-81DF-7D418141F189}" type="datetimeFigureOut">
              <a:rPr lang="en-IN" smtClean="0"/>
              <a:t>08-11-2025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895214-A88C-4447-B45D-D70A4B6EC969}"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96767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749166-1669-4F2B-81DF-7D418141F189}" type="datetimeFigureOut">
              <a:rPr lang="en-IN" smtClean="0"/>
              <a:t>08-11-2025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895214-A88C-4447-B45D-D70A4B6EC969}" type="slidenum">
              <a:rPr lang="en-IN" smtClean="0"/>
              <a:t>‹#›</a:t>
            </a:fld>
            <a:endParaRPr lang="en-IN"/>
          </a:p>
        </p:txBody>
      </p:sp>
    </p:spTree>
    <p:extLst>
      <p:ext uri="{BB962C8B-B14F-4D97-AF65-F5344CB8AC3E}">
        <p14:creationId xmlns:p14="http://schemas.microsoft.com/office/powerpoint/2010/main" val="22711957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749166-1669-4F2B-81DF-7D418141F189}" type="datetimeFigureOut">
              <a:rPr lang="en-IN" smtClean="0"/>
              <a:t>08-11-2025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895214-A88C-4447-B45D-D70A4B6EC969}"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15187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4749166-1669-4F2B-81DF-7D418141F189}" type="datetimeFigureOut">
              <a:rPr lang="en-IN" smtClean="0"/>
              <a:t>08-11-2025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C895214-A88C-4447-B45D-D70A4B6EC969}" type="slidenum">
              <a:rPr lang="en-IN" smtClean="0"/>
              <a:t>‹#›</a:t>
            </a:fld>
            <a:endParaRPr lang="en-IN"/>
          </a:p>
        </p:txBody>
      </p:sp>
    </p:spTree>
    <p:extLst>
      <p:ext uri="{BB962C8B-B14F-4D97-AF65-F5344CB8AC3E}">
        <p14:creationId xmlns:p14="http://schemas.microsoft.com/office/powerpoint/2010/main" val="5444819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749166-1669-4F2B-81DF-7D418141F189}" type="datetimeFigureOut">
              <a:rPr lang="en-IN" smtClean="0"/>
              <a:t>08-11-2025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C895214-A88C-4447-B45D-D70A4B6EC969}" type="slidenum">
              <a:rPr lang="en-IN" smtClean="0"/>
              <a:t>‹#›</a:t>
            </a:fld>
            <a:endParaRPr lang="en-IN"/>
          </a:p>
        </p:txBody>
      </p:sp>
    </p:spTree>
    <p:extLst>
      <p:ext uri="{BB962C8B-B14F-4D97-AF65-F5344CB8AC3E}">
        <p14:creationId xmlns:p14="http://schemas.microsoft.com/office/powerpoint/2010/main" val="2754420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4749166-1669-4F2B-81DF-7D418141F189}" type="datetimeFigureOut">
              <a:rPr lang="en-IN" smtClean="0"/>
              <a:t>08-11-2025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C895214-A88C-4447-B45D-D70A4B6EC969}" type="slidenum">
              <a:rPr lang="en-IN" smtClean="0"/>
              <a:t>‹#›</a:t>
            </a:fld>
            <a:endParaRPr lang="en-IN"/>
          </a:p>
        </p:txBody>
      </p:sp>
    </p:spTree>
    <p:extLst>
      <p:ext uri="{BB962C8B-B14F-4D97-AF65-F5344CB8AC3E}">
        <p14:creationId xmlns:p14="http://schemas.microsoft.com/office/powerpoint/2010/main" val="2378951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04749166-1669-4F2B-81DF-7D418141F189}" type="datetimeFigureOut">
              <a:rPr lang="en-IN" smtClean="0"/>
              <a:t>08-11-2025</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6C895214-A88C-4447-B45D-D70A4B6EC969}" type="slidenum">
              <a:rPr lang="en-IN" smtClean="0"/>
              <a:t>‹#›</a:t>
            </a:fld>
            <a:endParaRPr lang="en-IN"/>
          </a:p>
        </p:txBody>
      </p:sp>
    </p:spTree>
    <p:extLst>
      <p:ext uri="{BB962C8B-B14F-4D97-AF65-F5344CB8AC3E}">
        <p14:creationId xmlns:p14="http://schemas.microsoft.com/office/powerpoint/2010/main" val="424761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04749166-1669-4F2B-81DF-7D418141F189}" type="datetimeFigureOut">
              <a:rPr lang="en-IN" smtClean="0"/>
              <a:t>08-11-2025</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C895214-A88C-4447-B45D-D70A4B6EC969}" type="slidenum">
              <a:rPr lang="en-IN" smtClean="0"/>
              <a:t>‹#›</a:t>
            </a:fld>
            <a:endParaRPr lang="en-IN"/>
          </a:p>
        </p:txBody>
      </p:sp>
    </p:spTree>
    <p:extLst>
      <p:ext uri="{BB962C8B-B14F-4D97-AF65-F5344CB8AC3E}">
        <p14:creationId xmlns:p14="http://schemas.microsoft.com/office/powerpoint/2010/main" val="1946710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749166-1669-4F2B-81DF-7D418141F189}" type="datetimeFigureOut">
              <a:rPr lang="en-IN" smtClean="0"/>
              <a:t>08-11-2025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C895214-A88C-4447-B45D-D70A4B6EC969}" type="slidenum">
              <a:rPr lang="en-IN" smtClean="0"/>
              <a:t>‹#›</a:t>
            </a:fld>
            <a:endParaRPr lang="en-IN"/>
          </a:p>
        </p:txBody>
      </p:sp>
    </p:spTree>
    <p:extLst>
      <p:ext uri="{BB962C8B-B14F-4D97-AF65-F5344CB8AC3E}">
        <p14:creationId xmlns:p14="http://schemas.microsoft.com/office/powerpoint/2010/main" val="111833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749166-1669-4F2B-81DF-7D418141F189}" type="datetimeFigureOut">
              <a:rPr lang="en-IN" smtClean="0"/>
              <a:t>08-11-2025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895214-A88C-4447-B45D-D70A4B6EC969}" type="slidenum">
              <a:rPr lang="en-IN" smtClean="0"/>
              <a:t>‹#›</a:t>
            </a:fld>
            <a:endParaRPr lang="en-IN"/>
          </a:p>
        </p:txBody>
      </p:sp>
    </p:spTree>
    <p:extLst>
      <p:ext uri="{BB962C8B-B14F-4D97-AF65-F5344CB8AC3E}">
        <p14:creationId xmlns:p14="http://schemas.microsoft.com/office/powerpoint/2010/main" val="27361403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749166-1669-4F2B-81DF-7D418141F189}" type="datetimeFigureOut">
              <a:rPr lang="en-IN" smtClean="0"/>
              <a:t>08-11-2025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895214-A88C-4447-B45D-D70A4B6EC969}" type="slidenum">
              <a:rPr lang="en-IN" smtClean="0"/>
              <a:t>‹#›</a:t>
            </a:fld>
            <a:endParaRPr lang="en-IN"/>
          </a:p>
        </p:txBody>
      </p:sp>
    </p:spTree>
    <p:extLst>
      <p:ext uri="{BB962C8B-B14F-4D97-AF65-F5344CB8AC3E}">
        <p14:creationId xmlns:p14="http://schemas.microsoft.com/office/powerpoint/2010/main" val="18824859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04749166-1669-4F2B-81DF-7D418141F189}" type="datetimeFigureOut">
              <a:rPr lang="en-IN" smtClean="0"/>
              <a:t>08-11-2025</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C895214-A88C-4447-B45D-D70A4B6EC969}"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61937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customXml" Target="../ink/ink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504ED-6F9C-AFA3-B6E9-76E42DDE6D66}"/>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C3D53737-DE4B-274A-12A0-137DD7B4A92E}"/>
              </a:ext>
            </a:extLst>
          </p:cNvPr>
          <p:cNvSpPr>
            <a:spLocks noGrp="1"/>
          </p:cNvSpPr>
          <p:nvPr>
            <p:ph type="subTitle" idx="1"/>
          </p:nvPr>
        </p:nvSpPr>
        <p:spPr/>
        <p:txBody>
          <a:bodyPr/>
          <a:lstStyle/>
          <a:p>
            <a:endParaRPr lang="en-IN"/>
          </a:p>
        </p:txBody>
      </p:sp>
      <mc:AlternateContent xmlns:mc="http://schemas.openxmlformats.org/markup-compatibility/2006">
        <mc:Choice xmlns:p14="http://schemas.microsoft.com/office/powerpoint/2010/main" xmlns:aink="http://schemas.microsoft.com/office/drawing/2016/ink" Requires="p14 aink">
          <p:contentPart p14:bwMode="auto" r:id="rId2">
            <p14:nvContentPartPr>
              <p14:cNvPr id="6" name="Ink 5">
                <a:extLst>
                  <a:ext uri="{FF2B5EF4-FFF2-40B4-BE49-F238E27FC236}">
                    <a16:creationId xmlns:a16="http://schemas.microsoft.com/office/drawing/2014/main" id="{3F61D1B1-73B4-6FE5-7B93-A27FB650342D}"/>
                  </a:ext>
                </a:extLst>
              </p14:cNvPr>
              <p14:cNvContentPartPr/>
              <p14:nvPr/>
            </p14:nvContentPartPr>
            <p14:xfrm>
              <a:off x="658730" y="1455101"/>
              <a:ext cx="360" cy="360"/>
            </p14:xfrm>
          </p:contentPart>
        </mc:Choice>
        <mc:Fallback>
          <p:pic>
            <p:nvPicPr>
              <p:cNvPr id="6" name="Ink 5">
                <a:extLst>
                  <a:ext uri="{FF2B5EF4-FFF2-40B4-BE49-F238E27FC236}">
                    <a16:creationId xmlns:a16="http://schemas.microsoft.com/office/drawing/2014/main" id="{3F61D1B1-73B4-6FE5-7B93-A27FB650342D}"/>
                  </a:ext>
                </a:extLst>
              </p:cNvPr>
              <p:cNvPicPr/>
              <p:nvPr/>
            </p:nvPicPr>
            <p:blipFill>
              <a:blip r:embed="rId3"/>
              <a:stretch>
                <a:fillRect/>
              </a:stretch>
            </p:blipFill>
            <p:spPr>
              <a:xfrm>
                <a:off x="650090" y="1401461"/>
                <a:ext cx="18000" cy="108000"/>
              </a:xfrm>
              <a:prstGeom prst="rect">
                <a:avLst/>
              </a:prstGeom>
            </p:spPr>
          </p:pic>
        </mc:Fallback>
      </mc:AlternateContent>
      <p:pic>
        <p:nvPicPr>
          <p:cNvPr id="13" name="Picture 12">
            <a:extLst>
              <a:ext uri="{FF2B5EF4-FFF2-40B4-BE49-F238E27FC236}">
                <a16:creationId xmlns:a16="http://schemas.microsoft.com/office/drawing/2014/main" id="{C190686D-044A-B307-431F-3503EFBE9F6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12188389" cy="6858000"/>
          </a:xfrm>
          <a:prstGeom prst="rect">
            <a:avLst/>
          </a:prstGeom>
          <a:ln>
            <a:noFill/>
          </a:ln>
          <a:effectLst>
            <a:outerShdw blurRad="292100" dist="139700" dir="2700000" algn="tl" rotWithShape="0">
              <a:srgbClr val="333333">
                <a:alpha val="65000"/>
              </a:srgbClr>
            </a:outerShdw>
          </a:effectLst>
        </p:spPr>
      </p:pic>
      <p:sp>
        <p:nvSpPr>
          <p:cNvPr id="15" name="TextBox 14">
            <a:extLst>
              <a:ext uri="{FF2B5EF4-FFF2-40B4-BE49-F238E27FC236}">
                <a16:creationId xmlns:a16="http://schemas.microsoft.com/office/drawing/2014/main" id="{69FB36FC-5201-C7DB-27F8-AB01299178D6}"/>
              </a:ext>
            </a:extLst>
          </p:cNvPr>
          <p:cNvSpPr txBox="1"/>
          <p:nvPr/>
        </p:nvSpPr>
        <p:spPr>
          <a:xfrm flipH="1">
            <a:off x="6394407" y="88490"/>
            <a:ext cx="5640276" cy="1569660"/>
          </a:xfrm>
          <a:prstGeom prst="rect">
            <a:avLst/>
          </a:prstGeom>
          <a:noFill/>
        </p:spPr>
        <p:txBody>
          <a:bodyPr wrap="square" rtlCol="0">
            <a:spAutoFit/>
          </a:bodyPr>
          <a:lstStyle/>
          <a:p>
            <a:r>
              <a:rPr lang="en-US" sz="3200" b="1" dirty="0">
                <a:latin typeface="Algerian" panose="04020705040A02060702" pitchFamily="82" charset="0"/>
              </a:rPr>
              <a:t>FIFA World Cup 2026 Prediction Using Machine Learning</a:t>
            </a:r>
            <a:endParaRPr lang="en-IN" sz="3200" b="1" dirty="0">
              <a:latin typeface="Algerian" panose="04020705040A02060702" pitchFamily="82" charset="0"/>
            </a:endParaRPr>
          </a:p>
        </p:txBody>
      </p:sp>
      <p:sp>
        <p:nvSpPr>
          <p:cNvPr id="21" name="Isosceles Triangle 20">
            <a:extLst>
              <a:ext uri="{FF2B5EF4-FFF2-40B4-BE49-F238E27FC236}">
                <a16:creationId xmlns:a16="http://schemas.microsoft.com/office/drawing/2014/main" id="{CC29009F-6DE7-6447-D9FA-2FFE2E7275A6}"/>
              </a:ext>
            </a:extLst>
          </p:cNvPr>
          <p:cNvSpPr/>
          <p:nvPr/>
        </p:nvSpPr>
        <p:spPr>
          <a:xfrm>
            <a:off x="6651521" y="3313470"/>
            <a:ext cx="45719" cy="115529"/>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A15CE84C-BD90-E141-087C-28C9D40EB71E}"/>
              </a:ext>
            </a:extLst>
          </p:cNvPr>
          <p:cNvSpPr txBox="1"/>
          <p:nvPr/>
        </p:nvSpPr>
        <p:spPr>
          <a:xfrm>
            <a:off x="6697240" y="1658150"/>
            <a:ext cx="3803612" cy="646331"/>
          </a:xfrm>
          <a:prstGeom prst="rect">
            <a:avLst/>
          </a:prstGeom>
          <a:noFill/>
        </p:spPr>
        <p:txBody>
          <a:bodyPr wrap="square" rtlCol="0">
            <a:spAutoFit/>
          </a:bodyPr>
          <a:lstStyle/>
          <a:p>
            <a:r>
              <a:rPr lang="en-US" b="1" dirty="0">
                <a:latin typeface="Algerian" panose="04020705040A02060702" pitchFamily="82" charset="0"/>
              </a:rPr>
              <a:t>Name: </a:t>
            </a:r>
            <a:r>
              <a:rPr lang="en-US" b="1" dirty="0" err="1">
                <a:latin typeface="Algerian" panose="04020705040A02060702" pitchFamily="82" charset="0"/>
              </a:rPr>
              <a:t>Druthisha.B</a:t>
            </a:r>
            <a:endParaRPr lang="en-US" b="1" dirty="0">
              <a:latin typeface="Algerian" panose="04020705040A02060702" pitchFamily="82" charset="0"/>
            </a:endParaRPr>
          </a:p>
          <a:p>
            <a:r>
              <a:rPr lang="en-US" b="1" dirty="0">
                <a:latin typeface="Algerian" panose="04020705040A02060702" pitchFamily="82" charset="0"/>
              </a:rPr>
              <a:t>Reg No</a:t>
            </a:r>
            <a:r>
              <a:rPr lang="en-US" b="1">
                <a:latin typeface="Algerian" panose="04020705040A02060702" pitchFamily="82" charset="0"/>
              </a:rPr>
              <a:t>:24UG00309</a:t>
            </a:r>
            <a:endParaRPr lang="en-IN" b="1" dirty="0">
              <a:latin typeface="Algerian" panose="04020705040A02060702" pitchFamily="82" charset="0"/>
            </a:endParaRPr>
          </a:p>
        </p:txBody>
      </p:sp>
    </p:spTree>
    <p:extLst>
      <p:ext uri="{BB962C8B-B14F-4D97-AF65-F5344CB8AC3E}">
        <p14:creationId xmlns:p14="http://schemas.microsoft.com/office/powerpoint/2010/main" val="14985880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72FAD-76B3-2962-557D-71528F3C929F}"/>
              </a:ext>
            </a:extLst>
          </p:cNvPr>
          <p:cNvSpPr>
            <a:spLocks noGrp="1"/>
          </p:cNvSpPr>
          <p:nvPr>
            <p:ph type="title"/>
          </p:nvPr>
        </p:nvSpPr>
        <p:spPr/>
        <p:txBody>
          <a:bodyPr/>
          <a:lstStyle/>
          <a:p>
            <a:pPr algn="ctr"/>
            <a:r>
              <a:rPr lang="en-US" b="1" dirty="0"/>
              <a:t>Introduction</a:t>
            </a:r>
            <a:br>
              <a:rPr lang="en-US" b="1" dirty="0"/>
            </a:br>
            <a:endParaRPr lang="en-IN" dirty="0"/>
          </a:p>
        </p:txBody>
      </p:sp>
      <p:sp>
        <p:nvSpPr>
          <p:cNvPr id="3" name="Content Placeholder 2">
            <a:extLst>
              <a:ext uri="{FF2B5EF4-FFF2-40B4-BE49-F238E27FC236}">
                <a16:creationId xmlns:a16="http://schemas.microsoft.com/office/drawing/2014/main" id="{6F0D1671-1D97-A565-6647-B1801011B932}"/>
              </a:ext>
            </a:extLst>
          </p:cNvPr>
          <p:cNvSpPr>
            <a:spLocks noGrp="1"/>
          </p:cNvSpPr>
          <p:nvPr>
            <p:ph idx="1"/>
          </p:nvPr>
        </p:nvSpPr>
        <p:spPr/>
        <p:txBody>
          <a:bodyPr>
            <a:normAutofit fontScale="85000" lnSpcReduction="10000"/>
          </a:bodyPr>
          <a:lstStyle/>
          <a:p>
            <a:pPr marL="0" indent="0">
              <a:buNone/>
            </a:pPr>
            <a:endParaRPr lang="en-US" b="1" dirty="0"/>
          </a:p>
          <a:p>
            <a:r>
              <a:rPr lang="en-US" dirty="0"/>
              <a:t>The FIFA World Cup is the most prestigious and widely followed football tournament globally, held every four years and bringing together the top national teams from around the world. With billions of viewers and intense global attention, the tournament is not only a showcase of football talent but also an arena where strategic planning and historical performance play a crucial role in determining success.</a:t>
            </a:r>
          </a:p>
          <a:p>
            <a:r>
              <a:rPr lang="en-US" dirty="0"/>
              <a:t>Predicting the outcomes of World Cup matches is an inherently complex problem due to the multitude of factors involved, including team strength, individual player performance, recent form, head-to-head history, match location, and other environmental or situational factors. Traditional methods of prediction, often based on expert opinions, can be subjective and inconsistent.</a:t>
            </a:r>
          </a:p>
          <a:p>
            <a:r>
              <a:rPr lang="en-US" dirty="0"/>
              <a:t>With the advent of data analytics and machine learning, it is now possible to leverage historical match data and statistical models to make more informed, data-driven predictions. Machine learning algorithms can identify patterns and relationships in past data, enabling probabilistic forecasting of match outcomes.</a:t>
            </a:r>
          </a:p>
          <a:p>
            <a:r>
              <a:rPr lang="en-US" dirty="0"/>
              <a:t>This project focuses on predicting the </a:t>
            </a:r>
            <a:r>
              <a:rPr lang="en-US" b="1" dirty="0"/>
              <a:t>finalists of the FIFA World Cup 2026</a:t>
            </a:r>
            <a:r>
              <a:rPr lang="en-US" dirty="0"/>
              <a:t>. By analyzing historical match data spanning multiple tournaments, extracting meaningful features, training predictive models, and evaluating their performance, this study aims to provide an accurate and reliable prediction framework.</a:t>
            </a:r>
          </a:p>
          <a:p>
            <a:endParaRPr lang="en-IN" dirty="0"/>
          </a:p>
        </p:txBody>
      </p:sp>
      <mc:AlternateContent xmlns:mc="http://schemas.openxmlformats.org/markup-compatibility/2006">
        <mc:Choice xmlns:p14="http://schemas.microsoft.com/office/powerpoint/2010/main" xmlns:aink="http://schemas.microsoft.com/office/drawing/2016/ink" Requires="p14 aink">
          <p:contentPart p14:bwMode="auto" r:id="rId2">
            <p14:nvContentPartPr>
              <p14:cNvPr id="4" name="Ink 3">
                <a:extLst>
                  <a:ext uri="{FF2B5EF4-FFF2-40B4-BE49-F238E27FC236}">
                    <a16:creationId xmlns:a16="http://schemas.microsoft.com/office/drawing/2014/main" id="{66A9302D-EEAD-CE8D-A4FB-FE9E59B3C75B}"/>
                  </a:ext>
                </a:extLst>
              </p14:cNvPr>
              <p14:cNvContentPartPr/>
              <p14:nvPr/>
            </p14:nvContentPartPr>
            <p14:xfrm>
              <a:off x="245810" y="2752901"/>
              <a:ext cx="360" cy="360"/>
            </p14:xfrm>
          </p:contentPart>
        </mc:Choice>
        <mc:Fallback>
          <p:pic>
            <p:nvPicPr>
              <p:cNvPr id="4" name="Ink 3">
                <a:extLst>
                  <a:ext uri="{FF2B5EF4-FFF2-40B4-BE49-F238E27FC236}">
                    <a16:creationId xmlns:a16="http://schemas.microsoft.com/office/drawing/2014/main" id="{66A9302D-EEAD-CE8D-A4FB-FE9E59B3C75B}"/>
                  </a:ext>
                </a:extLst>
              </p:cNvPr>
              <p:cNvPicPr/>
              <p:nvPr/>
            </p:nvPicPr>
            <p:blipFill>
              <a:blip r:embed="rId3"/>
              <a:stretch>
                <a:fillRect/>
              </a:stretch>
            </p:blipFill>
            <p:spPr>
              <a:xfrm>
                <a:off x="237170" y="2699261"/>
                <a:ext cx="18000" cy="108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4">
            <p14:nvContentPartPr>
              <p14:cNvPr id="5" name="Ink 4">
                <a:extLst>
                  <a:ext uri="{FF2B5EF4-FFF2-40B4-BE49-F238E27FC236}">
                    <a16:creationId xmlns:a16="http://schemas.microsoft.com/office/drawing/2014/main" id="{B1AE08F5-5427-DE80-66D6-7E56D5E5EE48}"/>
                  </a:ext>
                </a:extLst>
              </p14:cNvPr>
              <p14:cNvContentPartPr/>
              <p14:nvPr/>
            </p14:nvContentPartPr>
            <p14:xfrm>
              <a:off x="1749890" y="2212181"/>
              <a:ext cx="360" cy="360"/>
            </p14:xfrm>
          </p:contentPart>
        </mc:Choice>
        <mc:Fallback>
          <p:pic>
            <p:nvPicPr>
              <p:cNvPr id="5" name="Ink 4">
                <a:extLst>
                  <a:ext uri="{FF2B5EF4-FFF2-40B4-BE49-F238E27FC236}">
                    <a16:creationId xmlns:a16="http://schemas.microsoft.com/office/drawing/2014/main" id="{B1AE08F5-5427-DE80-66D6-7E56D5E5EE48}"/>
                  </a:ext>
                </a:extLst>
              </p:cNvPr>
              <p:cNvPicPr/>
              <p:nvPr/>
            </p:nvPicPr>
            <p:blipFill>
              <a:blip r:embed="rId5"/>
              <a:stretch>
                <a:fillRect/>
              </a:stretch>
            </p:blipFill>
            <p:spPr>
              <a:xfrm>
                <a:off x="1741250" y="2158541"/>
                <a:ext cx="18000" cy="108000"/>
              </a:xfrm>
              <a:prstGeom prst="rect">
                <a:avLst/>
              </a:prstGeom>
            </p:spPr>
          </p:pic>
        </mc:Fallback>
      </mc:AlternateContent>
    </p:spTree>
    <p:extLst>
      <p:ext uri="{BB962C8B-B14F-4D97-AF65-F5344CB8AC3E}">
        <p14:creationId xmlns:p14="http://schemas.microsoft.com/office/powerpoint/2010/main" val="4176641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65891-5414-ECD4-CD41-CE4FEDE18945}"/>
              </a:ext>
            </a:extLst>
          </p:cNvPr>
          <p:cNvSpPr>
            <a:spLocks noGrp="1"/>
          </p:cNvSpPr>
          <p:nvPr>
            <p:ph type="title"/>
          </p:nvPr>
        </p:nvSpPr>
        <p:spPr/>
        <p:txBody>
          <a:bodyPr/>
          <a:lstStyle/>
          <a:p>
            <a:pPr algn="ctr"/>
            <a:r>
              <a:rPr lang="en-US" b="1" dirty="0"/>
              <a:t>Problem Statement</a:t>
            </a:r>
            <a:br>
              <a:rPr lang="en-US" b="1" dirty="0"/>
            </a:br>
            <a:endParaRPr lang="en-IN" dirty="0"/>
          </a:p>
        </p:txBody>
      </p:sp>
      <p:sp>
        <p:nvSpPr>
          <p:cNvPr id="3" name="Content Placeholder 2">
            <a:extLst>
              <a:ext uri="{FF2B5EF4-FFF2-40B4-BE49-F238E27FC236}">
                <a16:creationId xmlns:a16="http://schemas.microsoft.com/office/drawing/2014/main" id="{4F434FD2-B912-34D0-05E0-E7940C922489}"/>
              </a:ext>
            </a:extLst>
          </p:cNvPr>
          <p:cNvSpPr>
            <a:spLocks noGrp="1"/>
          </p:cNvSpPr>
          <p:nvPr>
            <p:ph idx="1"/>
          </p:nvPr>
        </p:nvSpPr>
        <p:spPr/>
        <p:txBody>
          <a:bodyPr>
            <a:normAutofit/>
          </a:bodyPr>
          <a:lstStyle/>
          <a:p>
            <a:pPr marL="0" indent="0">
              <a:buNone/>
            </a:pPr>
            <a:r>
              <a:rPr lang="en-US" b="1" dirty="0"/>
              <a:t>  </a:t>
            </a:r>
            <a:r>
              <a:rPr lang="en-US" dirty="0"/>
              <a:t>Predicting the FIFA World Cup 2026 finalists poses several challenges:</a:t>
            </a:r>
          </a:p>
          <a:p>
            <a:pPr>
              <a:buFont typeface="Arial" panose="020B0604020202020204" pitchFamily="34" charset="0"/>
              <a:buChar char="•"/>
            </a:pPr>
            <a:r>
              <a:rPr lang="en-US" dirty="0"/>
              <a:t>High Complexity</a:t>
            </a:r>
            <a:r>
              <a:rPr lang="en-US" b="1" dirty="0"/>
              <a:t>:</a:t>
            </a:r>
            <a:r>
              <a:rPr lang="en-US" dirty="0"/>
              <a:t> Football matches are influenced by numerous unpredictable factors, including injuries, player form, tactical decisions, and environmental conditions.</a:t>
            </a:r>
          </a:p>
          <a:p>
            <a:pPr>
              <a:buFont typeface="Arial" panose="020B0604020202020204" pitchFamily="34" charset="0"/>
              <a:buChar char="•"/>
            </a:pPr>
            <a:r>
              <a:rPr lang="en-US" dirty="0"/>
              <a:t>Data Volume and Diversity</a:t>
            </a:r>
            <a:r>
              <a:rPr lang="en-US" b="1" dirty="0"/>
              <a:t>:</a:t>
            </a:r>
            <a:r>
              <a:rPr lang="en-US" dirty="0"/>
              <a:t> Historical match data is large, heterogeneous, and often incomplete, requiring careful cleaning and preprocessing.</a:t>
            </a:r>
          </a:p>
          <a:p>
            <a:pPr>
              <a:buFont typeface="Arial" panose="020B0604020202020204" pitchFamily="34" charset="0"/>
              <a:buChar char="•"/>
            </a:pPr>
            <a:r>
              <a:rPr lang="en-US" dirty="0"/>
              <a:t>Accurate Modeling</a:t>
            </a:r>
            <a:r>
              <a:rPr lang="en-US" b="1" dirty="0"/>
              <a:t>:</a:t>
            </a:r>
            <a:r>
              <a:rPr lang="en-US" dirty="0"/>
              <a:t> Selecting suitable features and machine learning algorithms is critical to ensure the predictive model generalizes well to unseen matches.</a:t>
            </a:r>
          </a:p>
          <a:p>
            <a:pPr>
              <a:buFont typeface="Arial" panose="020B0604020202020204" pitchFamily="34" charset="0"/>
              <a:buChar char="•"/>
            </a:pPr>
            <a:r>
              <a:rPr lang="en-US" dirty="0"/>
              <a:t>Problem Objective</a:t>
            </a:r>
            <a:r>
              <a:rPr lang="en-US" b="1" dirty="0"/>
              <a:t>:</a:t>
            </a:r>
            <a:r>
              <a:rPr lang="en-US" dirty="0"/>
              <a:t> To develop a machine learning model that can predict probable finalists for the FIFA World Cup 2026 by analyzing historical match data, identifying key influencing factors, and simulating match outcomes using a predictive workflow.</a:t>
            </a:r>
          </a:p>
          <a:p>
            <a:endParaRPr lang="en-IN" dirty="0"/>
          </a:p>
        </p:txBody>
      </p:sp>
    </p:spTree>
    <p:extLst>
      <p:ext uri="{BB962C8B-B14F-4D97-AF65-F5344CB8AC3E}">
        <p14:creationId xmlns:p14="http://schemas.microsoft.com/office/powerpoint/2010/main" val="35105752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9B934-45EA-1EA3-C972-4249EAD2C4CD}"/>
              </a:ext>
            </a:extLst>
          </p:cNvPr>
          <p:cNvSpPr>
            <a:spLocks noGrp="1"/>
          </p:cNvSpPr>
          <p:nvPr>
            <p:ph type="title"/>
          </p:nvPr>
        </p:nvSpPr>
        <p:spPr/>
        <p:txBody>
          <a:bodyPr>
            <a:normAutofit/>
          </a:bodyPr>
          <a:lstStyle/>
          <a:p>
            <a:pPr algn="ctr"/>
            <a:r>
              <a:rPr lang="en-US" b="1" dirty="0"/>
              <a:t>Methodology</a:t>
            </a:r>
            <a:br>
              <a:rPr lang="en-US" b="1" dirty="0"/>
            </a:br>
            <a:endParaRPr lang="en-IN" dirty="0"/>
          </a:p>
        </p:txBody>
      </p:sp>
      <p:sp>
        <p:nvSpPr>
          <p:cNvPr id="3" name="Content Placeholder 2">
            <a:extLst>
              <a:ext uri="{FF2B5EF4-FFF2-40B4-BE49-F238E27FC236}">
                <a16:creationId xmlns:a16="http://schemas.microsoft.com/office/drawing/2014/main" id="{B9170B4A-5C3E-5BC5-738E-740393A19D2C}"/>
              </a:ext>
            </a:extLst>
          </p:cNvPr>
          <p:cNvSpPr>
            <a:spLocks noGrp="1"/>
          </p:cNvSpPr>
          <p:nvPr>
            <p:ph idx="1"/>
          </p:nvPr>
        </p:nvSpPr>
        <p:spPr/>
        <p:txBody>
          <a:bodyPr>
            <a:normAutofit fontScale="92500" lnSpcReduction="20000"/>
          </a:bodyPr>
          <a:lstStyle/>
          <a:p>
            <a:pPr>
              <a:buFont typeface="Arial" panose="020B0604020202020204" pitchFamily="34" charset="0"/>
              <a:buChar char="•"/>
            </a:pPr>
            <a:r>
              <a:rPr lang="en-US" dirty="0"/>
              <a:t>  The methodology for this project involves six main tasks:</a:t>
            </a:r>
          </a:p>
          <a:p>
            <a:pPr>
              <a:buFont typeface="Arial" panose="020B0604020202020204" pitchFamily="34" charset="0"/>
              <a:buChar char="•"/>
            </a:pPr>
            <a:r>
              <a:rPr lang="en-US" dirty="0"/>
              <a:t>Data Collection &amp; Cleaning: Gather historical match data, remove duplicates, handle missing values, and explore the dataset.</a:t>
            </a:r>
          </a:p>
          <a:p>
            <a:pPr>
              <a:buFont typeface="Arial" panose="020B0604020202020204" pitchFamily="34" charset="0"/>
              <a:buChar char="•"/>
            </a:pPr>
            <a:r>
              <a:rPr lang="en-US" dirty="0"/>
              <a:t>Feature Engineering &amp; Preprocessing: Convert categorical variables into numeric formats, scale numerical variables, and create derived features.</a:t>
            </a:r>
          </a:p>
          <a:p>
            <a:pPr>
              <a:buFont typeface="Arial" panose="020B0604020202020204" pitchFamily="34" charset="0"/>
              <a:buChar char="•"/>
            </a:pPr>
            <a:r>
              <a:rPr lang="en-US" dirty="0"/>
              <a:t>Model Training: Train multiple machine learning models including Random Forest, Logistic Regression.</a:t>
            </a:r>
          </a:p>
          <a:p>
            <a:pPr>
              <a:buFont typeface="Arial" panose="020B0604020202020204" pitchFamily="34" charset="0"/>
              <a:buChar char="•"/>
            </a:pPr>
            <a:r>
              <a:rPr lang="en-US" dirty="0"/>
              <a:t>Model Evaluation: Evaluate the trained models using metrics like accuracy, precision, recall, F1-score, and confusion matrices.</a:t>
            </a:r>
          </a:p>
          <a:p>
            <a:pPr>
              <a:buFont typeface="Arial" panose="020B0604020202020204" pitchFamily="34" charset="0"/>
              <a:buChar char="•"/>
            </a:pPr>
            <a:r>
              <a:rPr lang="en-US" dirty="0"/>
              <a:t>Prediction of World Cup 2026 Finalists: Simulate matches among potential top teams, predict probabilities of winning, and identify the most probable finalists.</a:t>
            </a:r>
          </a:p>
          <a:p>
            <a:pPr>
              <a:buFont typeface="Arial" panose="020B0604020202020204" pitchFamily="34" charset="0"/>
              <a:buChar char="•"/>
            </a:pPr>
            <a:r>
              <a:rPr lang="en-US" dirty="0"/>
              <a:t>Application &amp; Visualization: Integrate all tasks into a workflow, generate visualizations such as team performance charts, goal difference analysis, and match outcome probabilities, and prepare a final report.</a:t>
            </a:r>
          </a:p>
          <a:p>
            <a:endParaRPr lang="en-IN" dirty="0"/>
          </a:p>
        </p:txBody>
      </p:sp>
    </p:spTree>
    <p:extLst>
      <p:ext uri="{BB962C8B-B14F-4D97-AF65-F5344CB8AC3E}">
        <p14:creationId xmlns:p14="http://schemas.microsoft.com/office/powerpoint/2010/main" val="4252900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FB987-85FF-97BB-1E84-29D66C540D27}"/>
              </a:ext>
            </a:extLst>
          </p:cNvPr>
          <p:cNvSpPr>
            <a:spLocks noGrp="1"/>
          </p:cNvSpPr>
          <p:nvPr>
            <p:ph type="title"/>
          </p:nvPr>
        </p:nvSpPr>
        <p:spPr/>
        <p:txBody>
          <a:bodyPr/>
          <a:lstStyle/>
          <a:p>
            <a:pPr algn="ctr"/>
            <a:r>
              <a:rPr lang="en-US" b="1" dirty="0"/>
              <a:t>Objectives</a:t>
            </a:r>
            <a:br>
              <a:rPr lang="en-US" b="1" dirty="0"/>
            </a:br>
            <a:endParaRPr lang="en-IN" dirty="0"/>
          </a:p>
        </p:txBody>
      </p:sp>
      <p:sp>
        <p:nvSpPr>
          <p:cNvPr id="3" name="Content Placeholder 2">
            <a:extLst>
              <a:ext uri="{FF2B5EF4-FFF2-40B4-BE49-F238E27FC236}">
                <a16:creationId xmlns:a16="http://schemas.microsoft.com/office/drawing/2014/main" id="{D0955675-E932-FDD2-303A-18AD0D36E44B}"/>
              </a:ext>
            </a:extLst>
          </p:cNvPr>
          <p:cNvSpPr>
            <a:spLocks noGrp="1"/>
          </p:cNvSpPr>
          <p:nvPr>
            <p:ph idx="1"/>
          </p:nvPr>
        </p:nvSpPr>
        <p:spPr/>
        <p:txBody>
          <a:bodyPr>
            <a:normAutofit/>
          </a:bodyPr>
          <a:lstStyle/>
          <a:p>
            <a:pPr>
              <a:buFont typeface="Arial" panose="020B0604020202020204" pitchFamily="34" charset="0"/>
              <a:buChar char="•"/>
            </a:pPr>
            <a:r>
              <a:rPr lang="en-US" b="1" dirty="0"/>
              <a:t>  </a:t>
            </a:r>
            <a:r>
              <a:rPr lang="en-US" dirty="0"/>
              <a:t>Analyze historical FIFA match data to understand trends, patterns, and factors influencing match outcomes.</a:t>
            </a:r>
          </a:p>
          <a:p>
            <a:pPr>
              <a:buFont typeface="Arial" panose="020B0604020202020204" pitchFamily="34" charset="0"/>
              <a:buChar char="•"/>
            </a:pPr>
            <a:r>
              <a:rPr lang="en-US" dirty="0"/>
              <a:t>Preprocess the data and engineer meaningful features that improve predictive performance.</a:t>
            </a:r>
          </a:p>
          <a:p>
            <a:pPr>
              <a:buFont typeface="Arial" panose="020B0604020202020204" pitchFamily="34" charset="0"/>
              <a:buChar char="•"/>
            </a:pPr>
            <a:r>
              <a:rPr lang="en-US" dirty="0"/>
              <a:t>Build and compare machine learning models capable of accurately predicting match outcomes.</a:t>
            </a:r>
          </a:p>
          <a:p>
            <a:pPr>
              <a:buFont typeface="Arial" panose="020B0604020202020204" pitchFamily="34" charset="0"/>
              <a:buChar char="•"/>
            </a:pPr>
            <a:r>
              <a:rPr lang="en-US" dirty="0"/>
              <a:t>Evaluate the predictive models using standard performance metrics and select the most reliable one.</a:t>
            </a:r>
          </a:p>
          <a:p>
            <a:pPr>
              <a:buFont typeface="Arial" panose="020B0604020202020204" pitchFamily="34" charset="0"/>
              <a:buChar char="•"/>
            </a:pPr>
            <a:r>
              <a:rPr lang="en-US" dirty="0"/>
              <a:t>Simulate tournament matches and predict the most likely finalists for FIFA World Cup 2026.</a:t>
            </a:r>
          </a:p>
          <a:p>
            <a:pPr>
              <a:buFont typeface="Arial" panose="020B0604020202020204" pitchFamily="34" charset="0"/>
              <a:buChar char="•"/>
            </a:pPr>
            <a:r>
              <a:rPr lang="en-US" dirty="0"/>
              <a:t>Provide insights and visualizations that clearly communicate predictions and team performance trends.</a:t>
            </a:r>
          </a:p>
          <a:p>
            <a:endParaRPr lang="en-IN" dirty="0"/>
          </a:p>
        </p:txBody>
      </p:sp>
    </p:spTree>
    <p:extLst>
      <p:ext uri="{BB962C8B-B14F-4D97-AF65-F5344CB8AC3E}">
        <p14:creationId xmlns:p14="http://schemas.microsoft.com/office/powerpoint/2010/main" val="2402946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C2C83-D65C-EABE-F355-56C53DF2F232}"/>
              </a:ext>
            </a:extLst>
          </p:cNvPr>
          <p:cNvSpPr>
            <a:spLocks noGrp="1"/>
          </p:cNvSpPr>
          <p:nvPr>
            <p:ph type="title"/>
          </p:nvPr>
        </p:nvSpPr>
        <p:spPr/>
        <p:txBody>
          <a:bodyPr/>
          <a:lstStyle/>
          <a:p>
            <a:pPr algn="ctr"/>
            <a:r>
              <a:rPr lang="en-US" b="1" dirty="0"/>
              <a:t>Features</a:t>
            </a:r>
            <a:br>
              <a:rPr lang="en-US" b="1" dirty="0"/>
            </a:br>
            <a:endParaRPr lang="en-IN" dirty="0"/>
          </a:p>
        </p:txBody>
      </p:sp>
      <p:sp>
        <p:nvSpPr>
          <p:cNvPr id="3" name="Content Placeholder 2">
            <a:extLst>
              <a:ext uri="{FF2B5EF4-FFF2-40B4-BE49-F238E27FC236}">
                <a16:creationId xmlns:a16="http://schemas.microsoft.com/office/drawing/2014/main" id="{4873282F-A992-7522-765B-5926506606FE}"/>
              </a:ext>
            </a:extLst>
          </p:cNvPr>
          <p:cNvSpPr>
            <a:spLocks noGrp="1"/>
          </p:cNvSpPr>
          <p:nvPr>
            <p:ph idx="1"/>
          </p:nvPr>
        </p:nvSpPr>
        <p:spPr/>
        <p:txBody>
          <a:bodyPr>
            <a:normAutofit fontScale="85000" lnSpcReduction="10000"/>
          </a:bodyPr>
          <a:lstStyle/>
          <a:p>
            <a:pPr marL="0" indent="0">
              <a:buNone/>
            </a:pPr>
            <a:endParaRPr lang="en-US" b="1" dirty="0"/>
          </a:p>
          <a:p>
            <a:r>
              <a:rPr lang="en-US" dirty="0"/>
              <a:t>Key features used in the predictive model include:</a:t>
            </a:r>
          </a:p>
          <a:p>
            <a:pPr>
              <a:buFont typeface="Arial" panose="020B0604020202020204" pitchFamily="34" charset="0"/>
              <a:buChar char="•"/>
            </a:pPr>
            <a:r>
              <a:rPr lang="en-US" b="1" dirty="0"/>
              <a:t>Home Team &amp; Away Team</a:t>
            </a:r>
            <a:r>
              <a:rPr lang="en-US" dirty="0"/>
              <a:t>: Encoded as numerical values to allow the model to understand team-specific characteristics.</a:t>
            </a:r>
          </a:p>
          <a:p>
            <a:pPr>
              <a:buFont typeface="Arial" panose="020B0604020202020204" pitchFamily="34" charset="0"/>
              <a:buChar char="•"/>
            </a:pPr>
            <a:r>
              <a:rPr lang="en-US" b="1" dirty="0"/>
              <a:t>Home Score &amp; Away Score</a:t>
            </a:r>
            <a:r>
              <a:rPr lang="en-US" dirty="0"/>
              <a:t>: Standardized goal counts to capture team offensive and defensive capabilities.</a:t>
            </a:r>
          </a:p>
          <a:p>
            <a:pPr>
              <a:buFont typeface="Arial" panose="020B0604020202020204" pitchFamily="34" charset="0"/>
              <a:buChar char="•"/>
            </a:pPr>
            <a:r>
              <a:rPr lang="en-US" b="1" dirty="0"/>
              <a:t>Goal Difference</a:t>
            </a:r>
            <a:r>
              <a:rPr lang="en-US" dirty="0"/>
              <a:t>: Difference between goals scored by home and away teams; a key indicator of match dominance.</a:t>
            </a:r>
          </a:p>
          <a:p>
            <a:pPr>
              <a:buFont typeface="Arial" panose="020B0604020202020204" pitchFamily="34" charset="0"/>
              <a:buChar char="•"/>
            </a:pPr>
            <a:r>
              <a:rPr lang="en-US" b="1" dirty="0"/>
              <a:t>Tournament Type</a:t>
            </a:r>
            <a:r>
              <a:rPr lang="en-US" dirty="0"/>
              <a:t>: Encoded to distinguish between World Cup, qualifiers, and other competitions.</a:t>
            </a:r>
          </a:p>
          <a:p>
            <a:pPr>
              <a:buFont typeface="Arial" panose="020B0604020202020204" pitchFamily="34" charset="0"/>
              <a:buChar char="•"/>
            </a:pPr>
            <a:r>
              <a:rPr lang="en-US" b="1" dirty="0"/>
              <a:t>Team Historical Performance</a:t>
            </a:r>
            <a:r>
              <a:rPr lang="en-US" dirty="0"/>
              <a:t>: Metrics such as average goals scored, win percentage, and recent match form.</a:t>
            </a:r>
          </a:p>
          <a:p>
            <a:pPr>
              <a:buFont typeface="Arial" panose="020B0604020202020204" pitchFamily="34" charset="0"/>
              <a:buChar char="•"/>
            </a:pPr>
            <a:r>
              <a:rPr lang="en-US" b="1" dirty="0"/>
              <a:t>Venue &amp; Location Factors</a:t>
            </a:r>
            <a:r>
              <a:rPr lang="en-US" dirty="0"/>
              <a:t>: Whether a match is played at a neutral venue or home advantage is present.</a:t>
            </a:r>
          </a:p>
          <a:p>
            <a:pPr>
              <a:buFont typeface="Arial" panose="020B0604020202020204" pitchFamily="34" charset="0"/>
              <a:buChar char="•"/>
            </a:pPr>
            <a:r>
              <a:rPr lang="en-US" b="1" dirty="0"/>
              <a:t>Derived Metrics</a:t>
            </a:r>
            <a:r>
              <a:rPr lang="en-US" dirty="0"/>
              <a:t>: Features such as streaks, average goals conceded, and win ratios, which provide additional predictive power.</a:t>
            </a:r>
          </a:p>
          <a:p>
            <a:endParaRPr lang="en-IN" dirty="0"/>
          </a:p>
        </p:txBody>
      </p:sp>
    </p:spTree>
    <p:extLst>
      <p:ext uri="{BB962C8B-B14F-4D97-AF65-F5344CB8AC3E}">
        <p14:creationId xmlns:p14="http://schemas.microsoft.com/office/powerpoint/2010/main" val="3288424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945EB-A701-4468-5247-C35C040B0324}"/>
              </a:ext>
            </a:extLst>
          </p:cNvPr>
          <p:cNvSpPr>
            <a:spLocks noGrp="1"/>
          </p:cNvSpPr>
          <p:nvPr>
            <p:ph type="title"/>
          </p:nvPr>
        </p:nvSpPr>
        <p:spPr/>
        <p:txBody>
          <a:bodyPr/>
          <a:lstStyle/>
          <a:p>
            <a:pPr algn="ctr"/>
            <a:r>
              <a:rPr lang="en-US" b="1" dirty="0"/>
              <a:t>Conclusion</a:t>
            </a:r>
            <a:br>
              <a:rPr lang="en-US" b="1" dirty="0"/>
            </a:br>
            <a:endParaRPr lang="en-IN" dirty="0"/>
          </a:p>
        </p:txBody>
      </p:sp>
      <p:sp>
        <p:nvSpPr>
          <p:cNvPr id="3" name="Content Placeholder 2">
            <a:extLst>
              <a:ext uri="{FF2B5EF4-FFF2-40B4-BE49-F238E27FC236}">
                <a16:creationId xmlns:a16="http://schemas.microsoft.com/office/drawing/2014/main" id="{8B70FF73-4903-14A4-3887-2BE262FBEF15}"/>
              </a:ext>
            </a:extLst>
          </p:cNvPr>
          <p:cNvSpPr>
            <a:spLocks noGrp="1"/>
          </p:cNvSpPr>
          <p:nvPr>
            <p:ph idx="1"/>
          </p:nvPr>
        </p:nvSpPr>
        <p:spPr>
          <a:xfrm>
            <a:off x="838200" y="1848774"/>
            <a:ext cx="10515600" cy="4351338"/>
          </a:xfrm>
        </p:spPr>
        <p:txBody>
          <a:bodyPr>
            <a:normAutofit lnSpcReduction="10000"/>
          </a:bodyPr>
          <a:lstStyle/>
          <a:p>
            <a:pPr marL="0" indent="0">
              <a:buNone/>
            </a:pPr>
            <a:endParaRPr lang="en-US" b="1" dirty="0"/>
          </a:p>
          <a:p>
            <a:pPr>
              <a:buFont typeface="Arial" panose="020B0604020202020204" pitchFamily="34" charset="0"/>
              <a:buChar char="•"/>
            </a:pPr>
            <a:r>
              <a:rPr lang="en-US" dirty="0"/>
              <a:t>This project successfully demonstrates the application of </a:t>
            </a:r>
            <a:r>
              <a:rPr lang="en-US" b="1" dirty="0"/>
              <a:t>machine learning in sports analytics</a:t>
            </a:r>
            <a:r>
              <a:rPr lang="en-US" dirty="0"/>
              <a:t>, specifically in predicting the finalists of FIFA World Cup 2026. Key outcomes include:</a:t>
            </a:r>
          </a:p>
          <a:p>
            <a:pPr>
              <a:buFont typeface="Arial" panose="020B0604020202020204" pitchFamily="34" charset="0"/>
              <a:buChar char="•"/>
            </a:pPr>
            <a:r>
              <a:rPr lang="en-US" dirty="0"/>
              <a:t>Analysis of historical patterns and team performance.</a:t>
            </a:r>
          </a:p>
          <a:p>
            <a:pPr>
              <a:buFont typeface="Arial" panose="020B0604020202020204" pitchFamily="34" charset="0"/>
              <a:buChar char="•"/>
            </a:pPr>
            <a:r>
              <a:rPr lang="en-US" dirty="0"/>
              <a:t>Training and evaluation of machine learning models, with Random Forest showing strong predictive performance.</a:t>
            </a:r>
          </a:p>
          <a:p>
            <a:pPr>
              <a:buFont typeface="Arial" panose="020B0604020202020204" pitchFamily="34" charset="0"/>
              <a:buChar char="•"/>
            </a:pPr>
            <a:r>
              <a:rPr lang="en-US" dirty="0"/>
              <a:t>Identification of significant features such as goal difference, team form, and venue effects.</a:t>
            </a:r>
          </a:p>
          <a:p>
            <a:pPr>
              <a:buFont typeface="Arial" panose="020B0604020202020204" pitchFamily="34" charset="0"/>
              <a:buChar char="•"/>
            </a:pPr>
            <a:r>
              <a:rPr lang="en-US" dirty="0"/>
              <a:t>Probabilistic simulations for predicting potential finalists.</a:t>
            </a:r>
          </a:p>
          <a:p>
            <a:pPr>
              <a:buFont typeface="Arial" panose="020B0604020202020204" pitchFamily="34" charset="0"/>
              <a:buChar char="•"/>
            </a:pPr>
            <a:r>
              <a:rPr lang="en-US" dirty="0"/>
              <a:t>Visualizations to interpret results and communicate insights effectively.</a:t>
            </a:r>
          </a:p>
          <a:p>
            <a:r>
              <a:rPr lang="en-US" dirty="0"/>
              <a:t>Overall, the project presents a </a:t>
            </a:r>
            <a:r>
              <a:rPr lang="en-US" b="1" dirty="0"/>
              <a:t>robust, data-driven framework</a:t>
            </a:r>
            <a:r>
              <a:rPr lang="en-US" dirty="0"/>
              <a:t> for forecasting football tournament outcomes and provides valuable insights for analysts, teams, and football enthusiasts.</a:t>
            </a:r>
          </a:p>
          <a:p>
            <a:endParaRPr lang="en-IN" dirty="0"/>
          </a:p>
        </p:txBody>
      </p:sp>
    </p:spTree>
    <p:extLst>
      <p:ext uri="{BB962C8B-B14F-4D97-AF65-F5344CB8AC3E}">
        <p14:creationId xmlns:p14="http://schemas.microsoft.com/office/powerpoint/2010/main" val="1829119162"/>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55</TotalTime>
  <Words>870</Words>
  <Application>Microsoft Office PowerPoint</Application>
  <PresentationFormat>Widescreen</PresentationFormat>
  <Paragraphs>49</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Algerian</vt:lpstr>
      <vt:lpstr>Arial</vt:lpstr>
      <vt:lpstr>Calibri</vt:lpstr>
      <vt:lpstr>Calibri Light</vt:lpstr>
      <vt:lpstr>Retrospect</vt:lpstr>
      <vt:lpstr>PowerPoint Presentation</vt:lpstr>
      <vt:lpstr>Introduction </vt:lpstr>
      <vt:lpstr>Problem Statement </vt:lpstr>
      <vt:lpstr>Methodology </vt:lpstr>
      <vt:lpstr>Objectives </vt:lpstr>
      <vt:lpstr>Features </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Druthisha B</dc:creator>
  <cp:lastModifiedBy>Druthisha B</cp:lastModifiedBy>
  <cp:revision>1</cp:revision>
  <dcterms:created xsi:type="dcterms:W3CDTF">2025-11-08T13:23:19Z</dcterms:created>
  <dcterms:modified xsi:type="dcterms:W3CDTF">2025-11-08T14:19:06Z</dcterms:modified>
</cp:coreProperties>
</file>